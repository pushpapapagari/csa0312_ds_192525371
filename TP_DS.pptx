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9"/>
  </p:notesMasterIdLst>
  <p:sldIdLst>
    <p:sldId id="257" r:id="rId2"/>
    <p:sldId id="258" r:id="rId3"/>
    <p:sldId id="259" r:id="rId4"/>
    <p:sldId id="264" r:id="rId5"/>
    <p:sldId id="269" r:id="rId6"/>
    <p:sldId id="268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6084D-71AB-44FB-935C-11C3CB0AB3DE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36B55-1423-4FB4-A1B2-B231C1A93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00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36B55-1423-4FB4-A1B2-B231C1A93C7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92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18B6-1569-EC4C-493E-F62A99CFB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64AA8-6D59-58B0-0955-1201B758F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3BAE1-AAF6-4634-0F51-FE99F112B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FA312-1BA6-DBFF-857C-B0109C24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0DF1C-5C0B-959E-7B15-6D7FA571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5B2A7-2751-72C8-666C-4BEF6F61E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7A153-55BB-0F81-AAF6-439B8070C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306C-B384-8C01-4ACD-833832C1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E2702-152E-2E6F-EFD2-54649BD4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8E938-E4D9-6A08-8B54-38EFCD52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57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2A72-A4B4-9EC2-DA22-C2FCAEF28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9AD6A-62CA-C5DE-6E24-79DB765CD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A391-4E5D-BA1F-F564-C948A4AF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99C68-3859-19F6-3C39-9F6D3E27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2D848-640A-80D9-79FF-DF6B4BEB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01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966F-7408-C8E7-7044-83C07AF2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D825E-2E2B-4180-1E4C-73DE5CA7F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5DF24-0AAE-4630-1FA5-F30C4A2AC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63AD0-CEDA-FD18-5D34-E2E018C8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F322BB-D538-5D76-37A9-3B135FA7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33855-28D5-C29D-31F4-E1E9E82A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400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96A3-41A2-8B08-00FE-D5579045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DE5D7-435E-AAAE-C59C-A7F8772F4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4BCFB5-A414-A8B7-E6A5-60D0F2A9E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1E260-765B-A7E3-D235-036049196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B0578-2B48-5037-041E-2CE9D13C7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0C8B5-81BD-F56C-8065-37B10A9EB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696CA-08EC-5093-44E5-BDAEF257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1B5AA-D95F-D478-6BE4-E6EFA2FC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4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33AA-B389-873B-EBAA-8BD4157F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A9F17-CB4D-7AC1-16A6-7C895CEA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E4C43-A0EA-9C78-F036-40B4157F3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38012-DA05-826B-5620-F9D2C81E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623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78646-FB08-374F-E3D4-59244097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530AC-977A-57E3-F312-697E3958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FF258-E04F-0FA7-0330-71D50AB1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85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3935-E602-F4ED-8F89-F8390404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F099B-7D81-3B2A-F1E0-0CD73796D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B3675-49B6-664C-C0C7-1DAB9C257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335C6-907A-185C-B3ED-5FEE3326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E06C3-B4B7-B924-699F-221718848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793D5-B9BA-FACA-653B-E3C16D245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72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46F97-028B-778B-C5C5-79E94911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4493B9-465E-7740-72FA-4A159BC85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52887-649F-36B6-19EA-E89655815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9AE56-E497-503A-6020-8FC2AB5FE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1C772-B5FA-0408-5C1C-F9728BEE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B19E5-1890-8998-54CA-3A0D9F940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257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4EDC-9420-19B5-98AE-00D84D8C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BE41F-AE8F-9F1E-6945-F80240E4A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8E86A-03DF-8DB4-40C3-442D6B0A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D0074-7CCE-C754-3C6A-B0BFF780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DA28D-917D-F901-ACCD-36522739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30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9D91D-F038-EF37-2FCC-FD86EB298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D0B47-934B-61A6-D535-84147B73E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3A54D-9067-D1BD-F33C-61F8F4A8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B6FDE-840F-0ACB-2B21-CD0158EB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1204A-02C7-B115-40E6-10CBF398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212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56204-B6AD-EEBC-0428-9EA2D7B3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8CC53-A2C4-B821-092B-97FFA433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B0435-428B-7481-D70A-80F95517E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3081E-CB4F-4B6E-B2A1-15C270D87BC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81CD6-C8C5-CF63-7789-18AA89909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3185-3443-3E49-C6E4-CDDDB701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4ACB7-A83C-4F5F-BAB1-255D83478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83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3031FF-D024-657C-B578-3AC1AEDF840E}"/>
              </a:ext>
            </a:extLst>
          </p:cNvPr>
          <p:cNvSpPr txBox="1"/>
          <p:nvPr/>
        </p:nvSpPr>
        <p:spPr>
          <a:xfrm>
            <a:off x="8418286" y="5029199"/>
            <a:ext cx="31725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Papagari Pushpa Charitha</a:t>
            </a:r>
          </a:p>
        </p:txBody>
      </p:sp>
      <p:pic>
        <p:nvPicPr>
          <p:cNvPr id="9" name="Picture 8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A4B2ED1B-880D-F01B-4B79-B13859403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23" y="483120"/>
            <a:ext cx="8677910" cy="10664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60A645-6447-4833-9065-9D0F3214F29D}"/>
              </a:ext>
            </a:extLst>
          </p:cNvPr>
          <p:cNvSpPr/>
          <p:nvPr/>
        </p:nvSpPr>
        <p:spPr>
          <a:xfrm>
            <a:off x="2372920" y="2376465"/>
            <a:ext cx="78038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Application Using Data Structures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FE3777-2BA1-8287-C844-6E7FB729718A}"/>
              </a:ext>
            </a:extLst>
          </p:cNvPr>
          <p:cNvSpPr/>
          <p:nvPr/>
        </p:nvSpPr>
        <p:spPr>
          <a:xfrm>
            <a:off x="4136405" y="3381827"/>
            <a:ext cx="49350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SA0312- Data Structures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48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80A8-6C3E-B490-61C0-946FD4FA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80" y="162700"/>
            <a:ext cx="10515600" cy="83546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EC938-3E02-0600-EFCE-8AF0311ADE88}"/>
              </a:ext>
            </a:extLst>
          </p:cNvPr>
          <p:cNvSpPr txBox="1"/>
          <p:nvPr/>
        </p:nvSpPr>
        <p:spPr>
          <a:xfrm>
            <a:off x="1186626" y="1428226"/>
            <a:ext cx="10302705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Decision-Making Application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What is Decision Making?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Decision-making applications choose outcomes based on multiple conditions.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They evaluate different inputs before producing a result.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Used in AI systems, banking, healthcare, and online services.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The choice of data structure affects speed and efficiency.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Objective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Identify a suitable data structure.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Explain why it is effective for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386212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69B4-E2BE-F7AC-1CC5-6722C1229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418" y="69801"/>
            <a:ext cx="10515600" cy="879499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Data Structure – Decision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1E623-2278-07A9-E05E-B1C4031ED2E7}"/>
              </a:ext>
            </a:extLst>
          </p:cNvPr>
          <p:cNvSpPr txBox="1"/>
          <p:nvPr/>
        </p:nvSpPr>
        <p:spPr>
          <a:xfrm>
            <a:off x="576498" y="1172184"/>
            <a:ext cx="8529145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a hierarchical data structure where: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 represents the starting decision.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nodes represent conditions.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 represent possible choices.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nodes represent the final outcome.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Decision Tree?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visualize.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conditions efficiently.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decision-making process.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modify and expand.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F86F7-3119-3BE5-06B6-B29F68C17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244" y="1968403"/>
            <a:ext cx="5320331" cy="388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6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256E-0105-297A-C843-D699B2D6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461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Applications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106AB-7CF2-3CBB-21F8-52C5646B58C0}"/>
              </a:ext>
            </a:extLst>
          </p:cNvPr>
          <p:cNvSpPr txBox="1"/>
          <p:nvPr/>
        </p:nvSpPr>
        <p:spPr>
          <a:xfrm>
            <a:off x="848588" y="1422619"/>
            <a:ext cx="11538856" cy="465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customer details to approve or reject loan applications.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Assists doctors in identifying diseases based on symptoms and test results.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suspicious financial transactions using predefined decision rules.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Recommends products based on customer preferences and purchase history.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Admission: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Selects eligible candidates based on marks and admission criteria.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data and makes predictions for intelligent systems.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Optimizes traffic flow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and vehicle conditions.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Guides users to the correct solution through automated decision paths.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Claims: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claim approval based on policy conditions and documents.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Recruitment: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Shortlists candidates based on qualifications, skills, and experience.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973D-E158-C996-9D13-9BDAB94F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5F2A-D9A3-169F-2D31-CB8A22C1B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886" y="263525"/>
            <a:ext cx="2583544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B2BC3B-1601-11CD-3B43-54F1F45B89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0169" y="2024681"/>
            <a:ext cx="8674288" cy="2803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Decision Trees simplify complex decision processes.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They improve accuracy by evaluating every condition.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They are scalable and easy to update.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Suitable for both simple and complex applications.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dirty="0"/>
              <a:t>Widely used in intelligent decision-support systems.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554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F5D29-EE36-40F6-AA05-9EEF9DB6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886" y="263525"/>
            <a:ext cx="2583544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F47DE7-0252-4E9B-8D74-5D97B3BA1A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9301" y="1793967"/>
            <a:ext cx="10506127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an effective data structure for decision-making applications.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classify outcomes by evaluating conditions one at a time.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hierarchical structure makes decisions faster and more organized.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improve readability, maintainability, and scalability.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are widely used in AI, healthcare, finance, and business applications.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data structure leads to better performance and accurate decision-making.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2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00429-4933-5DBB-1B69-2F213F4A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39CC3-6327-A806-B435-F2B0E13B4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486" y="2527754"/>
            <a:ext cx="5558971" cy="144916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HANK YOU..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89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393</Words>
  <Application>Microsoft Office PowerPoint</Application>
  <PresentationFormat>Widescreen</PresentationFormat>
  <Paragraphs>52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</vt:lpstr>
      <vt:lpstr>Suitable Data Structure – Decision Tree</vt:lpstr>
      <vt:lpstr>Applications</vt:lpstr>
      <vt:lpstr>Observation</vt:lpstr>
      <vt:lpstr>Conclusion</vt:lpstr>
      <vt:lpstr>THANK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Kunuthuru Deepthi</dc:creator>
  <cp:lastModifiedBy>pushpacharitha papagari</cp:lastModifiedBy>
  <cp:revision>8</cp:revision>
  <dcterms:created xsi:type="dcterms:W3CDTF">2026-07-12T17:20:33Z</dcterms:created>
  <dcterms:modified xsi:type="dcterms:W3CDTF">2026-07-22T05:38:06Z</dcterms:modified>
</cp:coreProperties>
</file>